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 in Telecom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Ekta Kansara</a:t>
            </a:r>
          </a:p>
          <a:p>
            <a:r>
              <a:t>MCA Data Science</a:t>
            </a:r>
          </a:p>
          <a:p/>
          <a:p>
            <a:r>
              <a:t>Predicting churn and improving customer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leads to revenue loss.</a:t>
            </a:r>
          </a:p>
          <a:p/>
          <a:p>
            <a:r>
              <a:t>Goal:</a:t>
            </a:r>
          </a:p>
          <a:p>
            <a:r>
              <a:t>- Predict churn</a:t>
            </a:r>
          </a:p>
          <a:p>
            <a:r>
              <a:t>- Identify key factors</a:t>
            </a:r>
          </a:p>
          <a:p>
            <a:r>
              <a:t>- Suggest retention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Telco Customer Churn Dataset</a:t>
            </a:r>
          </a:p>
          <a:p>
            <a:r>
              <a:t>7043 customers</a:t>
            </a:r>
          </a:p>
          <a:p>
            <a:r>
              <a:t>21 features</a:t>
            </a:r>
          </a:p>
          <a:p>
            <a:r>
              <a:t>Includes demographics, services, billing, churn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Converted TotalCharges to numeric</a:t>
            </a:r>
          </a:p>
          <a:p>
            <a:r>
              <a:t>- Handled missing values</a:t>
            </a:r>
          </a:p>
          <a:p>
            <a:r>
              <a:t>- Dropped customerID</a:t>
            </a:r>
          </a:p>
          <a:p>
            <a:r>
              <a:t>- Applied one-hot 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Analyzed churn distribution</a:t>
            </a:r>
          </a:p>
          <a:p>
            <a:r>
              <a:t>- Compared churn with contract type, charges, tenure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Month-to-month contracts → high churn</a:t>
            </a:r>
          </a:p>
          <a:p>
            <a:r>
              <a:t>- High charges → high churn</a:t>
            </a:r>
          </a:p>
          <a:p>
            <a:r>
              <a:t>- Low tenure → high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Random Forest Classifier</a:t>
            </a:r>
          </a:p>
          <a:p>
            <a:r>
              <a:t>80-20 train-test split</a:t>
            </a:r>
          </a:p>
          <a:p>
            <a:r>
              <a:t>Binary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using accuracy, precision, recall</a:t>
            </a:r>
          </a:p>
          <a:p>
            <a:r>
              <a:t>Confusion matrix used</a:t>
            </a:r>
          </a:p>
          <a:p>
            <a:r>
              <a:t>Recall important for churn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SHAP</a:t>
            </a:r>
          </a:p>
          <a:p>
            <a:r>
              <a:t>Top features:</a:t>
            </a:r>
          </a:p>
          <a:p>
            <a:r>
              <a:t>- MonthlyCharges</a:t>
            </a:r>
          </a:p>
          <a:p>
            <a:r>
              <a:t>- Tenure</a:t>
            </a:r>
          </a:p>
          <a:p>
            <a:r>
              <a:t>- Contract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Segments:</a:t>
            </a:r>
          </a:p>
          <a:p>
            <a:r>
              <a:t>- At Risk</a:t>
            </a:r>
          </a:p>
          <a:p>
            <a:r>
              <a:t>- Loyal</a:t>
            </a:r>
          </a:p>
          <a:p>
            <a:r>
              <a:t>- Dormant</a:t>
            </a:r>
          </a:p>
          <a:p>
            <a:r>
              <a:t>- High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Offer long-term plans</a:t>
            </a:r>
          </a:p>
          <a:p>
            <a:r>
              <a:t>- Provide discounts</a:t>
            </a:r>
          </a:p>
          <a:p>
            <a:r>
              <a:t>- Improve service</a:t>
            </a:r>
          </a:p>
          <a:p>
            <a:r>
              <a:t>- Loyalty rewards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churn prediction model</a:t>
            </a:r>
          </a:p>
          <a:p>
            <a:r>
              <a:t>Generated insights</a:t>
            </a:r>
          </a:p>
          <a:p>
            <a:r>
              <a:t>Provided business strategies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